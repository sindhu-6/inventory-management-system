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mpact" charset="1" panose="020B0806030902050204"/>
      <p:regular r:id="rId17"/>
    </p:embeddedFont>
    <p:embeddedFont>
      <p:font typeface="Clear Sans" charset="1" panose="020B0503030202020304"/>
      <p:regular r:id="rId18"/>
    </p:embeddedFont>
    <p:embeddedFont>
      <p:font typeface="Clear Sans Bold" charset="1" panose="020B0803030202020304"/>
      <p:regular r:id="rId19"/>
    </p:embeddedFont>
    <p:embeddedFont>
      <p:font typeface="Open Sans Bold" charset="1" panose="020B0806030504020204"/>
      <p:regular r:id="rId20"/>
    </p:embeddedFont>
    <p:embeddedFont>
      <p:font typeface="Open Sans" charset="1" panose="020B0606030504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864647" y="5143500"/>
            <a:ext cx="4071742" cy="2549717"/>
          </a:xfrm>
          <a:custGeom>
            <a:avLst/>
            <a:gdLst/>
            <a:ahLst/>
            <a:cxnLst/>
            <a:rect r="r" b="b" t="t" l="l"/>
            <a:pathLst>
              <a:path h="2549717" w="4071742">
                <a:moveTo>
                  <a:pt x="0" y="0"/>
                </a:moveTo>
                <a:lnTo>
                  <a:pt x="4071743" y="0"/>
                </a:lnTo>
                <a:lnTo>
                  <a:pt x="4071743" y="2549717"/>
                </a:lnTo>
                <a:lnTo>
                  <a:pt x="0" y="25497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647359" y="2195722"/>
            <a:ext cx="10830785" cy="337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6"/>
              </a:lnSpc>
            </a:pPr>
            <a:r>
              <a:rPr lang="en-US" sz="7568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JAVA-BASED ENTER</a:t>
            </a:r>
            <a:r>
              <a:rPr lang="en-US" sz="7568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PRISE INVENTORY </a:t>
            </a:r>
          </a:p>
          <a:p>
            <a:pPr algn="ctr">
              <a:lnSpc>
                <a:spcPts val="6206"/>
              </a:lnSpc>
            </a:pPr>
            <a:r>
              <a:rPr lang="en-US" sz="7568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MANAGEMENT SYSTEM</a:t>
            </a:r>
          </a:p>
          <a:p>
            <a:pPr algn="ctr">
              <a:lnSpc>
                <a:spcPts val="6206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5496380" y="7978105"/>
            <a:ext cx="6808278" cy="2024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6"/>
              </a:lnSpc>
            </a:pPr>
            <a:r>
              <a:rPr lang="en-US" sz="32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Project Code: #z-13-18 </a:t>
            </a:r>
          </a:p>
          <a:p>
            <a:pPr algn="ctr">
              <a:lnSpc>
                <a:spcPts val="3206"/>
              </a:lnSpc>
            </a:pPr>
            <a:r>
              <a:rPr lang="en-US" sz="32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Presented by: </a:t>
            </a:r>
          </a:p>
          <a:p>
            <a:pPr algn="ctr">
              <a:lnSpc>
                <a:spcPts val="3206"/>
              </a:lnSpc>
            </a:pPr>
            <a:r>
              <a:rPr lang="en-US" sz="32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Shivamani&amp; Team </a:t>
            </a:r>
          </a:p>
          <a:p>
            <a:pPr algn="ctr">
              <a:lnSpc>
                <a:spcPts val="3206"/>
              </a:lnSpc>
            </a:pPr>
            <a:r>
              <a:rPr lang="en-US" sz="32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Batch- 13</a:t>
            </a:r>
          </a:p>
          <a:p>
            <a:pPr algn="ctr">
              <a:lnSpc>
                <a:spcPts val="320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481160" y="1395062"/>
            <a:ext cx="4267960" cy="860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5517" indent="-337758" lvl="1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Introduction</a:t>
            </a:r>
          </a:p>
          <a:p>
            <a:pPr algn="just" marL="675517" indent="-337758" lvl="1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Problem Statement</a:t>
            </a:r>
          </a:p>
          <a:p>
            <a:pPr algn="just" marL="675517" indent="-337758" lvl="1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Project Objectives</a:t>
            </a:r>
          </a:p>
          <a:p>
            <a:pPr algn="just" marL="675517" indent="-337758" lvl="1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System Architecture</a:t>
            </a:r>
          </a:p>
          <a:p>
            <a:pPr algn="just" marL="675517" indent="-337758" lvl="1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Technology Stack</a:t>
            </a:r>
          </a:p>
          <a:p>
            <a:pPr algn="just" marL="675517" indent="-337758" lvl="1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System Modules</a:t>
            </a:r>
          </a:p>
          <a:p>
            <a:pPr algn="just" marL="675517" indent="-337758" lvl="1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Database Design</a:t>
            </a:r>
          </a:p>
          <a:p>
            <a:pPr algn="just" marL="675517" indent="-337758" lvl="1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Key Features</a:t>
            </a:r>
          </a:p>
          <a:p>
            <a:pPr algn="just" marL="675517" indent="-337758" lvl="1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Conclusion</a:t>
            </a:r>
          </a:p>
          <a:p>
            <a:pPr algn="just" marL="675517" indent="-337758" lvl="1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Future Scope</a:t>
            </a:r>
          </a:p>
          <a:p>
            <a:pPr algn="just" marL="675517" indent="-337758" lvl="1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Team Details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64548" y="801688"/>
            <a:ext cx="4083487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Table of Contents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35223" y="945772"/>
            <a:ext cx="6916348" cy="123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5"/>
              </a:lnSpc>
            </a:pPr>
            <a:r>
              <a:rPr lang="en-US" sz="9067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INTRODUCTION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28666" y="1791346"/>
            <a:ext cx="12247676" cy="807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b="true" sz="2294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Inventory Management Overview</a:t>
            </a:r>
          </a:p>
          <a:p>
            <a:pPr algn="just" marL="495398" indent="-247699" lvl="1">
              <a:lnSpc>
                <a:spcPts val="4589"/>
              </a:lnSpc>
              <a:buFont typeface="Arial"/>
              <a:buChar char="•"/>
            </a:pPr>
            <a:r>
              <a:rPr lang="en-US" b="true" sz="2294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Ensures products are available in the right quantity at the right time</a:t>
            </a:r>
          </a:p>
          <a:p>
            <a:pPr algn="just" marL="495398" indent="-247699" lvl="1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Helps reduce operational costs and avoid stock shortages</a:t>
            </a:r>
          </a:p>
          <a:p>
            <a:pPr algn="just" marL="495398" indent="-247699" lvl="1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Improves overall customer satisfaction</a:t>
            </a:r>
          </a:p>
          <a:p>
            <a:pPr algn="just">
              <a:lnSpc>
                <a:spcPts val="4589"/>
              </a:lnSpc>
            </a:pPr>
            <a:r>
              <a:rPr lang="en-US" b="true" sz="2294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Challenges in Manual Systems</a:t>
            </a:r>
          </a:p>
          <a:p>
            <a:pPr algn="just" marL="495398" indent="-247699" lvl="1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High chances of human errors</a:t>
            </a:r>
          </a:p>
          <a:p>
            <a:pPr algn="just" marL="495398" indent="-247699" lvl="1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Delayed stock updates</a:t>
            </a:r>
          </a:p>
          <a:p>
            <a:pPr algn="just" marL="495398" indent="-247699" lvl="1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No real-time inventory tracking</a:t>
            </a:r>
          </a:p>
          <a:p>
            <a:pPr algn="just" marL="495398" indent="-247699" lvl="1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Limited reporting capabilities</a:t>
            </a:r>
          </a:p>
          <a:p>
            <a:pPr algn="just">
              <a:lnSpc>
                <a:spcPts val="4589"/>
              </a:lnSpc>
            </a:pPr>
            <a:r>
              <a:rPr lang="en-US" b="true" sz="2294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Need for Automation</a:t>
            </a:r>
          </a:p>
          <a:p>
            <a:pPr algn="just" marL="495398" indent="-247699" lvl="1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Real-time inventory tracking</a:t>
            </a:r>
          </a:p>
          <a:p>
            <a:pPr algn="just" marL="495398" indent="-247699" lvl="1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Automated stock updates</a:t>
            </a:r>
          </a:p>
          <a:p>
            <a:pPr algn="just" marL="495398" indent="-247699" lvl="1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Data-driven reporting &amp; analytics</a:t>
            </a:r>
          </a:p>
          <a:p>
            <a:pPr algn="just" marL="495398" indent="-247699" lvl="1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Low-stock alerts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31958" y="826496"/>
            <a:ext cx="9734818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Project Objective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37438" y="1931529"/>
            <a:ext cx="10740706" cy="7889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3"/>
              </a:lnSpc>
            </a:pPr>
            <a:r>
              <a:rPr lang="en-US" b="true" sz="2636">
                <a:solidFill>
                  <a:srgbClr val="262F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1.Automate Inventory Tracking </a:t>
            </a:r>
          </a:p>
          <a:p>
            <a:pPr algn="l">
              <a:lnSpc>
                <a:spcPts val="5273"/>
              </a:lnSpc>
            </a:pPr>
            <a:r>
              <a:rPr lang="en-US" sz="2636">
                <a:solidFill>
                  <a:srgbClr val="262F43"/>
                </a:solidFill>
                <a:latin typeface="Open Sans"/>
                <a:ea typeface="Open Sans"/>
                <a:cs typeface="Open Sans"/>
                <a:sym typeface="Open Sans"/>
              </a:rPr>
              <a:t>Develop a system to efficiently manage and update product stock </a:t>
            </a:r>
          </a:p>
          <a:p>
            <a:pPr algn="l">
              <a:lnSpc>
                <a:spcPts val="5273"/>
              </a:lnSpc>
            </a:pPr>
            <a:r>
              <a:rPr lang="en-US" sz="2636">
                <a:solidFill>
                  <a:srgbClr val="262F43"/>
                </a:solidFill>
                <a:latin typeface="Open Sans"/>
                <a:ea typeface="Open Sans"/>
                <a:cs typeface="Open Sans"/>
                <a:sym typeface="Open Sans"/>
              </a:rPr>
              <a:t>levels in real time. </a:t>
            </a:r>
          </a:p>
          <a:p>
            <a:pPr algn="l">
              <a:lnSpc>
                <a:spcPts val="5273"/>
              </a:lnSpc>
            </a:pPr>
            <a:r>
              <a:rPr lang="en-US" b="true" sz="2636">
                <a:solidFill>
                  <a:srgbClr val="262F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2.Implement Secure User Access </a:t>
            </a:r>
          </a:p>
          <a:p>
            <a:pPr algn="l">
              <a:lnSpc>
                <a:spcPts val="5273"/>
              </a:lnSpc>
            </a:pPr>
            <a:r>
              <a:rPr lang="en-US" sz="2636">
                <a:solidFill>
                  <a:srgbClr val="262F43"/>
                </a:solidFill>
                <a:latin typeface="Open Sans"/>
                <a:ea typeface="Open Sans"/>
                <a:cs typeface="Open Sans"/>
                <a:sym typeface="Open Sans"/>
              </a:rPr>
              <a:t>Provide role-based authentication (Admin/User) to ensure secure </a:t>
            </a:r>
          </a:p>
          <a:p>
            <a:pPr algn="l">
              <a:lnSpc>
                <a:spcPts val="5273"/>
              </a:lnSpc>
            </a:pPr>
            <a:r>
              <a:rPr lang="en-US" sz="2636">
                <a:solidFill>
                  <a:srgbClr val="262F43"/>
                </a:solidFill>
                <a:latin typeface="Open Sans"/>
                <a:ea typeface="Open Sans"/>
                <a:cs typeface="Open Sans"/>
                <a:sym typeface="Open Sans"/>
              </a:rPr>
              <a:t>access and controlled inventory operations. </a:t>
            </a:r>
          </a:p>
          <a:p>
            <a:pPr algn="l">
              <a:lnSpc>
                <a:spcPts val="5273"/>
              </a:lnSpc>
            </a:pPr>
            <a:r>
              <a:rPr lang="en-US" b="true" sz="2636">
                <a:solidFill>
                  <a:srgbClr val="262F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3.Generate Inventory Reports </a:t>
            </a:r>
          </a:p>
          <a:p>
            <a:pPr algn="l">
              <a:lnSpc>
                <a:spcPts val="5273"/>
              </a:lnSpc>
            </a:pPr>
            <a:r>
              <a:rPr lang="en-US" sz="2636">
                <a:solidFill>
                  <a:srgbClr val="262F43"/>
                </a:solidFill>
                <a:latin typeface="Open Sans"/>
                <a:ea typeface="Open Sans"/>
                <a:cs typeface="Open Sans"/>
                <a:sym typeface="Open Sans"/>
              </a:rPr>
              <a:t>Enable generation and export of inventory data such as stock details </a:t>
            </a:r>
          </a:p>
          <a:p>
            <a:pPr algn="l">
              <a:lnSpc>
                <a:spcPts val="5273"/>
              </a:lnSpc>
            </a:pPr>
            <a:r>
              <a:rPr lang="en-US" sz="2636">
                <a:solidFill>
                  <a:srgbClr val="262F43"/>
                </a:solidFill>
                <a:latin typeface="Open Sans"/>
                <a:ea typeface="Open Sans"/>
                <a:cs typeface="Open Sans"/>
                <a:sym typeface="Open Sans"/>
              </a:rPr>
              <a:t>and summaries for analysis. </a:t>
            </a:r>
          </a:p>
          <a:p>
            <a:pPr algn="l">
              <a:lnSpc>
                <a:spcPts val="5273"/>
              </a:lnSpc>
            </a:pPr>
            <a:r>
              <a:rPr lang="en-US" b="true" sz="2636">
                <a:solidFill>
                  <a:srgbClr val="262F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4.Monitor Stock Levels and Alerts </a:t>
            </a:r>
          </a:p>
          <a:p>
            <a:pPr algn="l">
              <a:lnSpc>
                <a:spcPts val="5273"/>
              </a:lnSpc>
            </a:pPr>
            <a:r>
              <a:rPr lang="en-US" sz="2636">
                <a:solidFill>
                  <a:srgbClr val="262F43"/>
                </a:solidFill>
                <a:latin typeface="Open Sans"/>
                <a:ea typeface="Open Sans"/>
                <a:cs typeface="Open Sans"/>
                <a:sym typeface="Open Sans"/>
              </a:rPr>
              <a:t>Detect low-stock products and notify users to maintain optimal </a:t>
            </a:r>
          </a:p>
          <a:p>
            <a:pPr algn="l">
              <a:lnSpc>
                <a:spcPts val="5273"/>
              </a:lnSpc>
            </a:pPr>
            <a:r>
              <a:rPr lang="en-US" sz="2636">
                <a:solidFill>
                  <a:srgbClr val="262F43"/>
                </a:solidFill>
                <a:latin typeface="Open Sans"/>
                <a:ea typeface="Open Sans"/>
                <a:cs typeface="Open Sans"/>
                <a:sym typeface="Open Sans"/>
              </a:rPr>
              <a:t>inventory levels and prevent shortages.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-1565811" y="594036"/>
            <a:ext cx="13598585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SYSTEM ARCHITECTURE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399673" y="1723957"/>
            <a:ext cx="12290684" cy="8961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The system follows a layered architecture to ensure scalability, maintainability, and smooth data flow.</a:t>
            </a:r>
          </a:p>
          <a:p>
            <a:pPr algn="l">
              <a:lnSpc>
                <a:spcPts val="5896"/>
              </a:lnSpc>
            </a:pPr>
            <a:r>
              <a:rPr lang="en-US" sz="29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Layers:</a:t>
            </a:r>
          </a:p>
          <a:p>
            <a:pPr algn="l" marL="550186" indent="-275093" lvl="1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User Interface (Frontend)</a:t>
            </a:r>
          </a:p>
          <a:p>
            <a:pPr algn="l" marL="550186" indent="-275093" lvl="1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Built with HTML, CSS, Bootstrap, Thymeleaf; handles user interaction</a:t>
            </a:r>
          </a:p>
          <a:p>
            <a:pPr algn="l" marL="550186" indent="-275093" lvl="1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Controller Layer</a:t>
            </a:r>
          </a:p>
          <a:p>
            <a:pPr algn="l" marL="550186" indent="-275093" lvl="1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Processes requests and connects frontend with backend</a:t>
            </a:r>
          </a:p>
          <a:p>
            <a:pPr algn="l" marL="550186" indent="-275093" lvl="1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Service Layer</a:t>
            </a:r>
          </a:p>
          <a:p>
            <a:pPr algn="l" marL="550186" indent="-275093" lvl="1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Contains business logic and manages inventory operations</a:t>
            </a:r>
          </a:p>
          <a:p>
            <a:pPr algn="l" marL="550186" indent="-275093" lvl="1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Repository Layer</a:t>
            </a:r>
          </a:p>
          <a:p>
            <a:pPr algn="l" marL="550186" indent="-275093" lvl="1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Handles database operations using Spring Data JPA</a:t>
            </a:r>
          </a:p>
          <a:p>
            <a:pPr algn="l" marL="550186" indent="-275093" lvl="1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Database Layer</a:t>
            </a:r>
          </a:p>
          <a:p>
            <a:pPr algn="l" marL="550186" indent="-275093" lvl="1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Stores users, products, and inventory data (MySQL)</a:t>
            </a:r>
          </a:p>
          <a:p>
            <a:pPr algn="l">
              <a:lnSpc>
                <a:spcPts val="509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293847" y="1608833"/>
            <a:ext cx="6705241" cy="8171215"/>
          </a:xfrm>
          <a:custGeom>
            <a:avLst/>
            <a:gdLst/>
            <a:ahLst/>
            <a:cxnLst/>
            <a:rect r="r" b="b" t="t" l="l"/>
            <a:pathLst>
              <a:path h="8171215" w="6705241">
                <a:moveTo>
                  <a:pt x="0" y="0"/>
                </a:moveTo>
                <a:lnTo>
                  <a:pt x="6705241" y="0"/>
                </a:lnTo>
                <a:lnTo>
                  <a:pt x="6705241" y="8171216"/>
                </a:lnTo>
                <a:lnTo>
                  <a:pt x="0" y="81712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-1506194" y="452033"/>
            <a:ext cx="12188541" cy="2466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TECHNOLOGY STACK</a:t>
            </a:r>
          </a:p>
          <a:p>
            <a:pPr algn="ctr">
              <a:lnSpc>
                <a:spcPts val="941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-1066367" y="667115"/>
            <a:ext cx="10437990" cy="214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SYSTEM MODULES</a:t>
            </a:r>
          </a:p>
          <a:p>
            <a:pPr algn="ctr">
              <a:lnSpc>
                <a:spcPts val="738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3034535" y="2495740"/>
            <a:ext cx="12674177" cy="6319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1. Inventory Tracking Engine </a:t>
            </a:r>
          </a:p>
          <a:p>
            <a:pPr algn="l">
              <a:lnSpc>
                <a:spcPts val="3714"/>
              </a:lnSpc>
            </a:pPr>
            <a:r>
              <a:rPr lang="en-US" sz="2652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Manages core inventory operations such as adding products, updating stock </a:t>
            </a:r>
          </a:p>
          <a:p>
            <a:pPr algn="l">
              <a:lnSpc>
                <a:spcPts val="3714"/>
              </a:lnSpc>
            </a:pPr>
            <a:r>
              <a:rPr lang="en-US" sz="2652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levels, and viewing product details. It ensures accurate tracking of inventory data. 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2. User Authentication System </a:t>
            </a:r>
          </a:p>
          <a:p>
            <a:pPr algn="l">
              <a:lnSpc>
                <a:spcPts val="3714"/>
              </a:lnSpc>
            </a:pPr>
            <a:r>
              <a:rPr lang="en-US" sz="2652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Provides secure login and role-based access control to ensure that only </a:t>
            </a:r>
          </a:p>
          <a:p>
            <a:pPr algn="l">
              <a:lnSpc>
                <a:spcPts val="3714"/>
              </a:lnSpc>
            </a:pPr>
            <a:r>
              <a:rPr lang="en-US" sz="2652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authorized users can manage or modify inventory information. 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3. Reporting and CSV Integration </a:t>
            </a:r>
          </a:p>
          <a:p>
            <a:pPr algn="l">
              <a:lnSpc>
                <a:spcPts val="3714"/>
              </a:lnSpc>
            </a:pPr>
            <a:r>
              <a:rPr lang="en-US" sz="2652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Generates inventory reports and summaries and allows exporting data into CSV </a:t>
            </a:r>
          </a:p>
          <a:p>
            <a:pPr algn="l">
              <a:lnSpc>
                <a:spcPts val="3714"/>
              </a:lnSpc>
            </a:pPr>
            <a:r>
              <a:rPr lang="en-US" sz="2652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files for analysis and record-keeping. 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4. Stock Alert System </a:t>
            </a:r>
          </a:p>
          <a:p>
            <a:pPr algn="l">
              <a:lnSpc>
                <a:spcPts val="3714"/>
              </a:lnSpc>
            </a:pPr>
            <a:r>
              <a:rPr lang="en-US" sz="2652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Monitors inventory levels and detects low-stock products, helping users reorder </a:t>
            </a:r>
          </a:p>
          <a:p>
            <a:pPr algn="l">
              <a:lnSpc>
                <a:spcPts val="3714"/>
              </a:lnSpc>
            </a:pPr>
            <a:r>
              <a:rPr lang="en-US" sz="2652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items on time and avoid shortages.</a:t>
            </a:r>
          </a:p>
          <a:p>
            <a:pPr algn="l">
              <a:lnSpc>
                <a:spcPts val="371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-346183" y="452033"/>
            <a:ext cx="9159943" cy="214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DATABASE DESIGN</a:t>
            </a:r>
          </a:p>
          <a:p>
            <a:pPr algn="ctr">
              <a:lnSpc>
                <a:spcPts val="738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3099913" y="2179996"/>
            <a:ext cx="13142778" cy="731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396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Uses MySQL to store and manage inventory data.</a:t>
            </a:r>
          </a:p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Tables:</a:t>
            </a:r>
          </a:p>
          <a:p>
            <a:pPr algn="l" marL="854987" indent="-427493" lvl="1">
              <a:lnSpc>
                <a:spcPts val="5544"/>
              </a:lnSpc>
              <a:buFont typeface="Arial"/>
              <a:buChar char="•"/>
            </a:pPr>
            <a:r>
              <a:rPr lang="en-US" sz="396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Users → user_id, username, password, role</a:t>
            </a:r>
          </a:p>
          <a:p>
            <a:pPr algn="l" marL="854987" indent="-427493" lvl="1">
              <a:lnSpc>
                <a:spcPts val="5544"/>
              </a:lnSpc>
              <a:buFont typeface="Arial"/>
              <a:buChar char="•"/>
            </a:pPr>
            <a:r>
              <a:rPr lang="en-US" sz="396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Products → product_id, name, category, price, quantity</a:t>
            </a:r>
          </a:p>
          <a:p>
            <a:pPr algn="l" marL="854987" indent="-427493" lvl="1">
              <a:lnSpc>
                <a:spcPts val="5544"/>
              </a:lnSpc>
              <a:buFont typeface="Arial"/>
              <a:buChar char="•"/>
            </a:pPr>
            <a:r>
              <a:rPr lang="en-US" sz="396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Inventory → inventory_id, product_id, stock_level, last_updated</a:t>
            </a:r>
          </a:p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Relationship:</a:t>
            </a:r>
          </a:p>
          <a:p>
            <a:pPr algn="l" marL="854964" indent="-427482" lvl="1">
              <a:lnSpc>
                <a:spcPts val="5543"/>
              </a:lnSpc>
              <a:buFont typeface="Arial"/>
              <a:buChar char="•"/>
            </a:pPr>
            <a:r>
              <a:rPr lang="en-US" sz="395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Each product is linked to its inventory details</a:t>
            </a:r>
          </a:p>
          <a:p>
            <a:pPr algn="ctr">
              <a:lnSpc>
                <a:spcPts val="5544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-590818" y="452033"/>
            <a:ext cx="9159943" cy="214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KEY FEATURES</a:t>
            </a:r>
          </a:p>
          <a:p>
            <a:pPr algn="ctr">
              <a:lnSpc>
                <a:spcPts val="738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4168452" y="1600441"/>
            <a:ext cx="10309692" cy="8514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1.User Login &amp; Signup </a:t>
            </a:r>
          </a:p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2.Role-based access </a:t>
            </a:r>
          </a:p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(Admin/User) </a:t>
            </a:r>
          </a:p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3.Add / Update products </a:t>
            </a:r>
          </a:p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4.Stock update system </a:t>
            </a:r>
          </a:p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5.Low stock alerts </a:t>
            </a:r>
          </a:p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6.Dashboard analytics </a:t>
            </a:r>
          </a:p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7.Graph visualization </a:t>
            </a:r>
          </a:p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8.CSV export reports </a:t>
            </a:r>
          </a:p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9.Search and filtering</a:t>
            </a:r>
          </a:p>
          <a:p>
            <a:pPr algn="l">
              <a:lnSpc>
                <a:spcPts val="6212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-1298568" y="774667"/>
            <a:ext cx="9159943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CONCLUSION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35518" y="2077640"/>
            <a:ext cx="13650073" cy="617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1</a:t>
            </a:r>
            <a:r>
              <a:rPr lang="en-US" sz="35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.Developed a Java-based inventory management system that 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automates product tracking, secure authentication, and real-time 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stock monitoring. </a:t>
            </a: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2</a:t>
            </a:r>
            <a:r>
              <a:rPr lang="en-US" sz="35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.Replaces manual inventory methods, reducing errors and 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improving operational efficiency through features like stock 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alerts, reporting, and role-based access. </a:t>
            </a: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3</a:t>
            </a:r>
            <a:r>
              <a:rPr lang="en-US" sz="35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.Built with a modular design, allowing future enhancements 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such as email notifications, advanced analytics, and cloud 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deployment.</a:t>
            </a:r>
          </a:p>
          <a:p>
            <a:pPr algn="just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71306" y="9499384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23" y="94993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1306" y="8492855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71306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71306" y="74863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35223" y="64797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-171306" y="5473268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10800000">
            <a:off x="17500852" y="-203632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487794" y="-203632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6494323" y="802897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7500852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4323" y="1809426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0800000">
            <a:off x="16494323" y="28159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16494323" y="3822484"/>
            <a:ext cx="2013058" cy="1006529"/>
          </a:xfrm>
          <a:custGeom>
            <a:avLst/>
            <a:gdLst/>
            <a:ahLst/>
            <a:cxnLst/>
            <a:rect r="r" b="b" t="t" l="l"/>
            <a:pathLst>
              <a:path h="1006529" w="2013058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41752" y="8492855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5487794" y="802897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10800000">
            <a:off x="1841752" y="74863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-10800000">
            <a:off x="15487794" y="1809426"/>
            <a:ext cx="1006529" cy="1006529"/>
          </a:xfrm>
          <a:custGeom>
            <a:avLst/>
            <a:gdLst/>
            <a:ahLst/>
            <a:cxnLst/>
            <a:rect r="r" b="b" t="t" l="l"/>
            <a:pathLst>
              <a:path h="1006529" w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802858" y="3125245"/>
            <a:ext cx="8682285" cy="434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3"/>
              </a:lnSpc>
            </a:pPr>
            <a:r>
              <a:rPr lang="en-US" sz="18114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THANK</a:t>
            </a:r>
          </a:p>
          <a:p>
            <a:pPr algn="ctr">
              <a:lnSpc>
                <a:spcPts val="14853"/>
              </a:lnSpc>
            </a:pPr>
            <a:r>
              <a:rPr lang="en-US" sz="18114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DAHEf2cFxNg</dc:identifier>
  <dcterms:modified xsi:type="dcterms:W3CDTF">2011-08-01T06:04:30Z</dcterms:modified>
  <cp:revision>1</cp:revision>
  <dc:title>Blue Simple Geometric Project Presentation</dc:title>
</cp:coreProperties>
</file>